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sentence on what the assessment asked for,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seconds. Point at item 3 — the CRAAP evaluation runs through every prompt slide, not just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client quickly. The 55+ card is the whole reason the project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map slide. Everything after it is one step of this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the first prompt is not about the client at all. The forced disclosure in the quote is what makes the Authority finding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this was deliberate. It is the control, not a mistake — without it there is nothing to compare Prompt 3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move: blocking the tech they already run forces new reasoning. Read the two quoted constraints aloud — they are the reason the answer is checkable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carries the argument. Slow down. The permission to fail — 'just say so' — is what produced the honest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chain. Note that honesty had to be requested; it was never volunteered.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validation slide — the difference between reporting what the AI said and checking whether it is true. Say out loud which links resolved and which did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Tutorial 3 asks for the full five elements on the final output. This is that slide — take it slowly, one element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assignment's actual question: can Followmont move ahead? Yes — conditionally, and the conditions come from the CRAAP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Leave it on screen while you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PROMPT CHAIN &amp; CRAAP EVALUATION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5740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Prompts,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Client Problem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42519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— keeping workers aged 55 and over in the cab and on the dock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532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[Unit code]  ·  [Date]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658368" cy="658368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8288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60020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0" y="180136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client, the problem, and what I set out to test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658368" cy="658368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00200" y="2898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114800" y="289864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chain of five, each building on the answer before 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658368" cy="658368"/>
          </a:xfrm>
          <a:prstGeom prst="ellipse">
            <a:avLst/>
          </a:prstGeom>
          <a:solidFill>
            <a:srgbClr val="B85042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23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600200" y="3995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114800" y="399592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Currency, Relevance, Authority, Accuracy, Purpose — applied at every step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658368" cy="658368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1206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00200" y="5093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114800" y="509320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validated independently, and what I recommend to Followmont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is a family-owned Australian road freight operator running line-haul and local delivery across regional Queensland and northern New South Wales.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drivers and dock staff are ageing. The physical side of the job — lifting freight, climbing in and out of the cab — pushes experienced people out of operational roles before they would otherwise choose to leave.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20840" y="1783080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95160" y="192938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~1,000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006840" y="192938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3081528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95160" y="322783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006840" y="3227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20840" y="4379976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95160" y="4526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006840" y="4526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at risk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6235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how do data and technology keep these workers in the job longer?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chain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prompts in one conversation. Each one uses the answer before it — nothing restarts.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39112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5" name="Shape 3"/>
          <p:cNvSpPr/>
          <p:nvPr/>
        </p:nvSpPr>
        <p:spPr>
          <a:xfrm>
            <a:off x="1243584" y="2487168"/>
            <a:ext cx="822960" cy="822960"/>
          </a:xfrm>
          <a:prstGeom prst="ellipse">
            <a:avLst/>
          </a:prstGeom>
          <a:solidFill>
            <a:srgbClr val="B85042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3584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rules before touching the problem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51960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10" name="Shape 8"/>
          <p:cNvSpPr/>
          <p:nvPr/>
        </p:nvSpPr>
        <p:spPr>
          <a:xfrm>
            <a:off x="3456432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52928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779776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generic question, on purpose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64808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065776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92624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operation, real constraints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677656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882128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82128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278624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05472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for every number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0094976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94976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91472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418320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for the leadership team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7E8D1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53492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of the chain is the gap between the steps — what changes when you add detail, and what only changes when you ask for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client problem: what makes a prompt well designed, what do you do badly when I ask for research with citations, and how should I sequence prompts so each builds on the last?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your answer draws on vendor documentation or on your own general behaviour rather than independent research, say so explicitly.”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method, and one admission worth keeping: it can produce citations that look right and aren't. Most of what it offered came from vendor prompt-engineering guides and from describing its own behaviour.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Leans on vendor documentation and self-description, not independent research.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guides exist to promote the tool — useful, but not neutral.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Prompt-design guidance shifts with every model release; undated advice ages fast.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we harness data and technology to improve the workforce participation of transport and logistics workers aged 55 and over?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context, no constraints, no source demand. That was the point.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broad interventions, none tied to a country, an employer or a product. Nothing carried a figure, a date or a source, so there was nothing to check. [Name your six here.]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it is specific to Australia, to road freight, or to Followmont.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figures and no sources — the claims cannot be verified either way.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Undated throughout; the same list would read the same in 2015.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Followmont, and here is the technology they already run — don't propose it again. Pick one technology and aim it at one barrier: the physical load of the job.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“Name something specific enough that I could search for vendors.”  ·  “Where your evidence comes from outside Australia, say so.”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 for manual freight handling — named, costed and argued across evidence, barriers, enablers and business case. Still not one source, and still no Australian regulation.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 is now right; the evidence behind it stayed generic.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figures appeared — 15–30% muscle activity, A$1,500–5,000 — with nothing behind them.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publication years offered, despite a post-2022 instruction.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a source for every number you just used — the 15–30% reduction, the price range, the trial results. And why didn't you mention Australian regulation once?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you can't find a source for something, just say so. Don't give me a source that's close enough.”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claims came back with a study and a year attached. Others came back with an admission that no source existed. It also conceded it had ignored the Australian regulatory setting entirely.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only appeared under pressure; some numbers could not be supported at 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arrive skewed to vendors and overseas studies, not Australian regulators.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years surfaced only once I demanded them explicitly.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it together as a one-page briefing for Followmont's leadership: recommendation, cost, risks, and what they would measure.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the sourcing honest… don't smooth over the gaps you just told me about.”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briefing a manager could act on — recommendation, indicative cost, risks and a measurement plan — with the weak evidence still labelled weak rather than quietly dropped.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persuade a board to fund a trial; the tone runs ahead of the evidence.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decision Followmont actually faces, at the length they would actually read.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stayed visible — but only because I instructed it to keep them.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it myself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4447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admitting a gap is its work, not mine — so I checked four claims myself.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029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069080" y="20299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0" y="2029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9572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50592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handling is the dominant injury burden in this industry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9080" y="2450592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Australia, Key WHS Statistics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0" y="245059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4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— body stressing was 34.5% of serious claims in 2023–24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30098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BF9F8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55848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 cut muscle activity by 15–30%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9080" y="3355848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study the AI named — does it exist?]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315200" y="3355848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verdict: lab or field? Australian or overseas?]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420624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261104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cost A$1,500–5,000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9080" y="4261104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pricing pages]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315200" y="4261104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verdict — did any vendor confirm this range?]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511149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BF9F8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1663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workers' participation in transport is falling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069080" y="5166360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[ABS / Jobs and Skills Australia]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315200" y="5166360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9A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verdict against the Lecture 4 data]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Safe Work Australia, Key Work Health and Safety Statistics Australia (2025 release, 2023–24 data). Remaining rows to be completed with your own checks.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CRAAP: the final briefing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elements applied to the Prompt 5 output — the document Followmont would actually read.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97480" y="1837944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briefing is undated. Its evidence is post-2022 only where I forced the year to be stated — and one study was older than the instruction allowed.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67919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BF9F8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34056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97480" y="2734056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answers the decision in front of the leadership team, at the length they would read. It assumes the depot conditions I supplied; it verified none of them.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7530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630168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7480" y="3630168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Rests on vendor material and overseas trials. No NHVR, no Safe Work Australia, no Australian regulator appears unless I name 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47141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BF9F8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52628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97480" y="4526280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half the figures survived the Prompt 4 challenge. The unsupported ones remain, labelled as unsupported, rather than removed.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422392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97480" y="5422392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persuade a board to fund a trial. That is the real risk in it — a confident register applied to evidence that does not yet earn it.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test framework: EdResearch (2022) — see references.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 changed how the answer sounded.</a:t>
            </a:r>
            <a:endParaRPr lang="en-US" sz="3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Pressure changed what it could prove.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017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generic answer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" y="33649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fluent and unusable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1688" y="278892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4361688" y="3017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specific answer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361688" y="33649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confident and still unsourced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83296" y="278892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8083296" y="3017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direct challenge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083296" y="33649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evidence from filler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4074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6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TO FOLLOWMONT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51560" y="471830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Proceed — but to a measured trial, not a rollout.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51560" y="5193792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C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barrier the AI identified is real and independently confirmed. The technology it recommended is not yet proven for Australian road freight — the evidence is thin, largely from overseas laboratories, and partly unsourced. One depot, measures agreed before the start, and a go/no-go decision at six months turns an unproven recommendation into something Followmont can actually test.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 test framework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297680" y="169164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EdResearch (2022). [Complete reference — Tutorial 3 reading.]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Injury and claims data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297680" y="256032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Australia. Key Work Health and Safety Statistics Australia. [Year, URL.]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Workforce and participation data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97680" y="342900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[ABS / Jobs and Skills Australia — dataset, year, URL.]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returned by the AI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97680" y="429768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[Studies and vendor pages cited in Prompt 4 — author, year, URL, and whether the link resolved.]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166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Prompt-design guidance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97680" y="51663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documentation the AI relied on in Prompt 1.]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AI-generated content was produced in a single conversation and is quoted or summarised on the prompt slides above.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Prompts, One Client Problem</dc:title>
  <dc:subject>PptxGenJS Presentation</dc:subject>
  <dc:creator>Business Assessment</dc:creator>
  <cp:lastModifiedBy>Business Assessment</cp:lastModifiedBy>
  <cp:revision>1</cp:revision>
  <dcterms:created xsi:type="dcterms:W3CDTF">2026-08-15T05:28:49Z</dcterms:created>
  <dcterms:modified xsi:type="dcterms:W3CDTF">2026-08-15T05:28:49Z</dcterms:modified>
</cp:coreProperties>
</file>